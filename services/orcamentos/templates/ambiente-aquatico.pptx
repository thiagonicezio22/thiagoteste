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_pag01" descr="page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linha_cliente"/>
          <p:cNvSpPr txBox="1"/>
          <p:nvPr/>
        </p:nvSpPr>
        <p:spPr>
          <a:xfrm>
            <a:off x="660400" y="4509614"/>
            <a:ext cx="3403600" cy="19843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b="0" sz="1250">
                <a:solidFill>
                  <a:srgbClr val="9DAAA4"/>
                </a:solidFill>
                <a:latin typeface="Calibri"/>
              </a:rPr>
              <a:t>Preparado para </a:t>
            </a:r>
            <a:r>
              <a:rPr b="1" sz="1250">
                <a:solidFill>
                  <a:srgbClr val="F5F0E8"/>
                </a:solidFill>
                <a:latin typeface="Calibri"/>
              </a:rPr>
              <a:t>{{cliente}}</a:t>
            </a:r>
            <a:r>
              <a:rPr b="0" sz="1250">
                <a:solidFill>
                  <a:srgbClr val="9DAAA4"/>
                </a:solidFill>
                <a:latin typeface="Calibri"/>
              </a:rPr>
              <a:t>  ·  </a:t>
            </a:r>
            <a:r>
              <a:rPr b="0" sz="1250">
                <a:solidFill>
                  <a:srgbClr val="9DAAA4"/>
                </a:solidFill>
                <a:latin typeface="Calibri"/>
              </a:rPr>
              <a:t>{{mes_ano}}</a:t>
            </a:r>
          </a:p>
        </p:txBody>
      </p:sp>
      <p:sp>
        <p:nvSpPr>
          <p:cNvPr id="4" name="linha_numero"/>
          <p:cNvSpPr txBox="1"/>
          <p:nvPr/>
        </p:nvSpPr>
        <p:spPr>
          <a:xfrm>
            <a:off x="660400" y="4774171"/>
            <a:ext cx="3403600" cy="14287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b="0" sz="900">
                <a:solidFill>
                  <a:srgbClr val="9DAAA4"/>
                </a:solidFill>
                <a:latin typeface="Calibri"/>
              </a:rPr>
              <a:t>Proposta </a:t>
            </a:r>
            <a:r>
              <a:rPr b="1" sz="900">
                <a:solidFill>
                  <a:srgbClr val="9DAAA4"/>
                </a:solidFill>
                <a:latin typeface="Calibri"/>
              </a:rPr>
              <a:t>{{numero}}</a:t>
            </a:r>
            <a:r>
              <a:rPr b="0" sz="900">
                <a:solidFill>
                  <a:srgbClr val="9DAAA4"/>
                </a:solidFill>
                <a:latin typeface="Calibri"/>
              </a:rPr>
              <a:t> · válida até </a:t>
            </a:r>
            <a:r>
              <a:rPr b="0" sz="900">
                <a:solidFill>
                  <a:srgbClr val="9DAAA4"/>
                </a:solidFill>
                <a:latin typeface="Calibri"/>
              </a:rPr>
              <a:t>{{validade}}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_pag02" descr="page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_pag03" descr="page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_pag04" descr="page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_pag05" descr="page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_pag06" descr="page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xt_projeto_titulo"/>
          <p:cNvSpPr txBox="1"/>
          <p:nvPr/>
        </p:nvSpPr>
        <p:spPr>
          <a:xfrm>
            <a:off x="529590" y="1021045"/>
            <a:ext cx="4876800" cy="38098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b="1" sz="2400">
                <a:solidFill>
                  <a:srgbClr val="12302B"/>
                </a:solidFill>
                <a:latin typeface="Cambria"/>
              </a:rPr>
              <a:t>{{projeto_titulo}}</a:t>
            </a:r>
          </a:p>
        </p:txBody>
      </p:sp>
      <p:sp>
        <p:nvSpPr>
          <p:cNvPr id="4" name="txt_projeto_descricao"/>
          <p:cNvSpPr txBox="1"/>
          <p:nvPr/>
        </p:nvSpPr>
        <p:spPr>
          <a:xfrm>
            <a:off x="548640" y="1731915"/>
            <a:ext cx="4826000" cy="42670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ts val="1579"/>
              </a:lnSpc>
            </a:pPr>
            <a:r>
              <a:rPr b="0" sz="1200">
                <a:solidFill>
                  <a:srgbClr val="5E6A66"/>
                </a:solidFill>
                <a:latin typeface="Calibri"/>
              </a:rPr>
              <a:t>{{projeto_descricao}}</a:t>
            </a:r>
          </a:p>
        </p:txBody>
      </p:sp>
      <p:sp>
        <p:nvSpPr>
          <p:cNvPr id="5" name="txt_volume"/>
          <p:cNvSpPr txBox="1"/>
          <p:nvPr/>
        </p:nvSpPr>
        <p:spPr>
          <a:xfrm>
            <a:off x="548640" y="2553831"/>
            <a:ext cx="4699000" cy="2301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b="1" sz="1450">
                <a:solidFill>
                  <a:srgbClr val="12302B"/>
                </a:solidFill>
                <a:latin typeface="Calibri"/>
              </a:rPr>
              <a:t>{{volume}}</a:t>
            </a:r>
          </a:p>
        </p:txBody>
      </p:sp>
      <p:sp>
        <p:nvSpPr>
          <p:cNvPr id="6" name="txt_estilo"/>
          <p:cNvSpPr txBox="1"/>
          <p:nvPr/>
        </p:nvSpPr>
        <p:spPr>
          <a:xfrm>
            <a:off x="548640" y="3157060"/>
            <a:ext cx="4699000" cy="2301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b="1" sz="1450">
                <a:solidFill>
                  <a:srgbClr val="12302B"/>
                </a:solidFill>
                <a:latin typeface="Calibri"/>
              </a:rPr>
              <a:t>{{estilo}}</a:t>
            </a:r>
          </a:p>
        </p:txBody>
      </p:sp>
      <p:sp>
        <p:nvSpPr>
          <p:cNvPr id="7" name="txt_execucao"/>
          <p:cNvSpPr txBox="1"/>
          <p:nvPr/>
        </p:nvSpPr>
        <p:spPr>
          <a:xfrm>
            <a:off x="548640" y="3761559"/>
            <a:ext cx="4699000" cy="2301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b="1" sz="1450">
                <a:solidFill>
                  <a:srgbClr val="12302B"/>
                </a:solidFill>
                <a:latin typeface="Calibri"/>
              </a:rPr>
              <a:t>{{execucao}}</a:t>
            </a:r>
          </a:p>
        </p:txBody>
      </p:sp>
      <p:sp>
        <p:nvSpPr>
          <p:cNvPr id="8" name="txt_investimento"/>
          <p:cNvSpPr txBox="1"/>
          <p:nvPr/>
        </p:nvSpPr>
        <p:spPr>
          <a:xfrm>
            <a:off x="3153410" y="4283879"/>
            <a:ext cx="1968500" cy="42067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b="1" sz="2650">
                <a:solidFill>
                  <a:srgbClr val="FFFFFF"/>
                </a:solidFill>
                <a:latin typeface="Cambria"/>
              </a:rPr>
              <a:t>{{investimento}}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_pag07" descr="page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_pag08" descr="page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_pag09" descr="page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xt_opcao1_titulo"/>
          <p:cNvSpPr txBox="1"/>
          <p:nvPr/>
        </p:nvSpPr>
        <p:spPr>
          <a:xfrm>
            <a:off x="777240" y="1985856"/>
            <a:ext cx="4889500" cy="2222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b="1" sz="1400">
                <a:solidFill>
                  <a:srgbClr val="12302B"/>
                </a:solidFill>
                <a:latin typeface="Calibri"/>
              </a:rPr>
              <a:t>{{opcao1_titulo}}</a:t>
            </a:r>
          </a:p>
        </p:txBody>
      </p:sp>
      <p:sp>
        <p:nvSpPr>
          <p:cNvPr id="4" name="txt_opcao1_sub"/>
          <p:cNvSpPr txBox="1"/>
          <p:nvPr/>
        </p:nvSpPr>
        <p:spPr>
          <a:xfrm>
            <a:off x="777240" y="2243454"/>
            <a:ext cx="4889500" cy="15080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b="0" sz="950">
                <a:solidFill>
                  <a:srgbClr val="5E6A66"/>
                </a:solidFill>
                <a:latin typeface="Calibri"/>
              </a:rPr>
              <a:t>{{opcao1_sub}}</a:t>
            </a:r>
          </a:p>
        </p:txBody>
      </p:sp>
      <p:sp>
        <p:nvSpPr>
          <p:cNvPr id="5" name="txt_opcao1_valor"/>
          <p:cNvSpPr txBox="1"/>
          <p:nvPr/>
        </p:nvSpPr>
        <p:spPr>
          <a:xfrm>
            <a:off x="5763260" y="1852548"/>
            <a:ext cx="2603500" cy="373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b="1" sz="2350">
                <a:solidFill>
                  <a:srgbClr val="12302B"/>
                </a:solidFill>
                <a:latin typeface="Cambria"/>
              </a:rPr>
              <a:t>{{opcao1_valor}}</a:t>
            </a:r>
          </a:p>
        </p:txBody>
      </p:sp>
      <p:sp>
        <p:nvSpPr>
          <p:cNvPr id="6" name="txt_opcao2_titulo"/>
          <p:cNvSpPr txBox="1"/>
          <p:nvPr/>
        </p:nvSpPr>
        <p:spPr>
          <a:xfrm>
            <a:off x="777240" y="2935783"/>
            <a:ext cx="4889500" cy="2222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b="1" sz="1400">
                <a:solidFill>
                  <a:srgbClr val="12302B"/>
                </a:solidFill>
                <a:latin typeface="Calibri"/>
              </a:rPr>
              <a:t>{{opt:opcao2_titulo}}</a:t>
            </a:r>
          </a:p>
        </p:txBody>
      </p:sp>
      <p:sp>
        <p:nvSpPr>
          <p:cNvPr id="7" name="txt_opcao2_sub"/>
          <p:cNvSpPr txBox="1"/>
          <p:nvPr/>
        </p:nvSpPr>
        <p:spPr>
          <a:xfrm>
            <a:off x="777240" y="3194651"/>
            <a:ext cx="4889500" cy="15080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b="0" sz="950">
                <a:solidFill>
                  <a:srgbClr val="5E6A66"/>
                </a:solidFill>
                <a:latin typeface="Calibri"/>
              </a:rPr>
              <a:t>{{opt:opcao2_sub}}</a:t>
            </a:r>
          </a:p>
        </p:txBody>
      </p:sp>
      <p:sp>
        <p:nvSpPr>
          <p:cNvPr id="8" name="txt_opcao2_valor"/>
          <p:cNvSpPr txBox="1"/>
          <p:nvPr/>
        </p:nvSpPr>
        <p:spPr>
          <a:xfrm>
            <a:off x="5763260" y="2803746"/>
            <a:ext cx="2603500" cy="373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b="1" sz="2350">
                <a:solidFill>
                  <a:srgbClr val="12302B"/>
                </a:solidFill>
                <a:latin typeface="Cambria"/>
              </a:rPr>
              <a:t>{{opt:opcao2_valor}}</a:t>
            </a:r>
          </a:p>
        </p:txBody>
      </p:sp>
      <p:sp>
        <p:nvSpPr>
          <p:cNvPr id="9" name="txt_opcao3_titulo"/>
          <p:cNvSpPr txBox="1"/>
          <p:nvPr/>
        </p:nvSpPr>
        <p:spPr>
          <a:xfrm>
            <a:off x="777240" y="3886980"/>
            <a:ext cx="4889500" cy="2222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b="1" sz="1400">
                <a:solidFill>
                  <a:srgbClr val="12302B"/>
                </a:solidFill>
                <a:latin typeface="Calibri"/>
              </a:rPr>
              <a:t>{{opt:opcao3_titulo}}</a:t>
            </a:r>
          </a:p>
        </p:txBody>
      </p:sp>
      <p:sp>
        <p:nvSpPr>
          <p:cNvPr id="10" name="txt_opcao3_sub"/>
          <p:cNvSpPr txBox="1"/>
          <p:nvPr/>
        </p:nvSpPr>
        <p:spPr>
          <a:xfrm>
            <a:off x="777240" y="4144578"/>
            <a:ext cx="4889500" cy="15080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b="0" sz="950">
                <a:solidFill>
                  <a:srgbClr val="5E6A66"/>
                </a:solidFill>
                <a:latin typeface="Calibri"/>
              </a:rPr>
              <a:t>{{opt:opcao3_sub}}</a:t>
            </a:r>
          </a:p>
        </p:txBody>
      </p:sp>
      <p:sp>
        <p:nvSpPr>
          <p:cNvPr id="11" name="txt_opcao3_valor"/>
          <p:cNvSpPr txBox="1"/>
          <p:nvPr/>
        </p:nvSpPr>
        <p:spPr>
          <a:xfrm>
            <a:off x="5763260" y="3753673"/>
            <a:ext cx="2603500" cy="373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b="1" sz="2350">
                <a:solidFill>
                  <a:srgbClr val="12302B"/>
                </a:solidFill>
                <a:latin typeface="Cambria"/>
              </a:rPr>
              <a:t>{{opt:opcao3_valor}}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_pag10" descr="page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_pag11" descr="page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